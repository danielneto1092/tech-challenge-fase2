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Algoritmo Genetico no Diagnostico de Cancer de Mama em Mulheres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 Challenge Fase 2 | Machine Learning, otimizacao genetica e explicabilidade com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e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Apoio ao diagnostico de cancer de mama em mulheres com foco em sensibilidade.</a:t>
            </a:r>
          </a:p>
          <a:p>
            <a:pPr>
              <a:defRPr sz="2200"/>
            </a:pPr>
            <a:r>
              <a:t>Comparar um modelo baseline com modelos otimizados por Algoritmo Genetico.</a:t>
            </a:r>
          </a:p>
          <a:p>
            <a:pPr>
              <a:defRPr sz="2200"/>
            </a:pPr>
            <a:r>
              <a:t>Gerar explicacoes em linguagem natural para profissionais de saude.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Utilizado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Breast Cancer Wisconsin Diagnostic, embarcado no scikit-learn.</a:t>
            </a:r>
          </a:p>
          <a:p>
            <a:pPr>
              <a:defRPr sz="2200"/>
            </a:pPr>
            <a:r>
              <a:t>569 amostras e classificacao binaria.</a:t>
            </a:r>
          </a:p>
          <a:p>
            <a:pPr>
              <a:defRPr sz="2200"/>
            </a:pPr>
            <a:r>
              <a:t>No projeto: 1 = maligno e 0 = benigno, para alinhar o recall ao risco clinico.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da Solucao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Modulos separados: config, data, evaluation, experiments, api, genetic_algorithm, llm, models, ui e visualization.</a:t>
            </a:r>
          </a:p>
          <a:p>
            <a:pPr>
              <a:defRPr sz="2200"/>
            </a:pPr>
            <a:r>
              <a:t>Pontos de entrada: main.py, run_genetic_optimization.py, app.py e api.py.</a:t>
            </a:r>
          </a:p>
          <a:p>
            <a:pPr>
              <a:defRPr sz="2200"/>
            </a:pPr>
            <a:r>
              <a:t>Saidas: JSON, JSONL, graficos, modelo exportado, logs e interface web em Streamlit.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Algoritmo Genetico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Representacao genetica dos hiperparametros do RandomForestClassifier.</a:t>
            </a:r>
          </a:p>
          <a:p>
            <a:pPr>
              <a:defRPr sz="2200"/>
            </a:pPr>
            <a:r>
              <a:t>Populacao inicial aleatoria, selecao por torneio e roleta, crossover uniforme e mutacao por gene.</a:t>
            </a:r>
          </a:p>
          <a:p>
            <a:pPr>
              <a:defRPr sz="2200"/>
            </a:pPr>
            <a:r>
              <a:t>Fitness com foco em recall: 55% recall, 25% especificidade e 20% F1-score.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Configuracoes testadas</a:t>
            </a:r>
          </a:p>
          <a:p>
            <a:pPr>
              <a:defRPr sz="1800"/>
            </a:pPr>
            <a:r>
              <a:t>Exp. 1: populacao 6, 3 geracoes, mutacao 0,10.</a:t>
            </a:r>
          </a:p>
          <a:p>
            <a:pPr>
              <a:defRPr sz="1800"/>
            </a:pPr>
            <a:r>
              <a:t>Exp. 2: populacao 8, 4 geracoes, mutacao 0,15.</a:t>
            </a:r>
          </a:p>
          <a:p>
            <a:pPr>
              <a:defRPr sz="1800"/>
            </a:pPr>
            <a:r>
              <a:t>Exp. 3: populacao 10, 5 geracoes, mutacao 0,20 e selecao por roleta.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Camadas adicionais</a:t>
            </a:r>
          </a:p>
          <a:p>
            <a:pPr>
              <a:defRPr sz="1800"/>
            </a:pPr>
            <a:r>
              <a:t>Script dedicado para otimização genetica.</a:t>
            </a:r>
          </a:p>
          <a:p>
            <a:pPr>
              <a:defRPr sz="1800"/>
            </a:pPr>
            <a:r>
              <a:t>Graficos automaticos de convergencia e comparacao.</a:t>
            </a:r>
          </a:p>
          <a:p>
            <a:pPr>
              <a:defRPr sz="1800"/>
            </a:pPr>
            <a:r>
              <a:t>Interface web, API separada, logging e modo Docker.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do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Validacao cruzada</a:t>
            </a:r>
          </a:p>
          <a:p>
            <a:pPr>
              <a:defRPr sz="1800"/>
            </a:pPr>
            <a:r>
              <a:t>Recall: 92.86%</a:t>
            </a:r>
          </a:p>
          <a:p>
            <a:pPr>
              <a:defRPr sz="1800"/>
            </a:pPr>
            <a:r>
              <a:t>Especificidade: 98.61%</a:t>
            </a:r>
          </a:p>
          <a:p>
            <a:pPr>
              <a:defRPr sz="1800"/>
            </a:pPr>
            <a:r>
              <a:t>F1-score: 95.12%</a:t>
            </a:r>
          </a:p>
          <a:p>
            <a:pPr>
              <a:defRPr sz="1800"/>
            </a:pPr>
            <a:r>
              <a:t>ROC AUC: 99.70%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Conjunto de teste</a:t>
            </a:r>
          </a:p>
          <a:p>
            <a:pPr>
              <a:defRPr sz="1800"/>
            </a:pPr>
            <a:r>
              <a:t>Recall: 92.86%</a:t>
            </a:r>
          </a:p>
          <a:p>
            <a:pPr>
              <a:defRPr sz="1800"/>
            </a:pPr>
            <a:r>
              <a:t>Especificidade: 98.61%</a:t>
            </a:r>
          </a:p>
          <a:p>
            <a:pPr>
              <a:defRPr sz="1800"/>
            </a:pPr>
            <a:r>
              <a:t>F1-score: 95.12%</a:t>
            </a:r>
          </a:p>
          <a:p>
            <a:pPr>
              <a:defRPr sz="1800"/>
            </a:pPr>
            <a:r>
              <a:t>Acuracia: 96.49%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Melhores Configuracoes do 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Experimento 1</a:t>
            </a:r>
          </a:p>
          <a:p>
            <a:pPr>
              <a:defRPr sz="1800"/>
            </a:pPr>
            <a:r>
              <a:t>n_estimators = 120</a:t>
            </a:r>
          </a:p>
          <a:p>
            <a:pPr>
              <a:defRPr sz="1800"/>
            </a:pPr>
            <a:r>
              <a:t>max_depth = 5</a:t>
            </a:r>
          </a:p>
          <a:p>
            <a:pPr>
              <a:defRPr sz="1800"/>
            </a:pPr>
            <a:r>
              <a:t>min_samples_split = 10</a:t>
            </a:r>
          </a:p>
          <a:p>
            <a:pPr>
              <a:defRPr sz="1800"/>
            </a:pPr>
            <a:r>
              <a:t>min_samples_leaf =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Experimento 2</a:t>
            </a:r>
          </a:p>
          <a:p>
            <a:pPr>
              <a:defRPr sz="1800"/>
            </a:pPr>
            <a:r>
              <a:t>n_estimators = 120</a:t>
            </a:r>
          </a:p>
          <a:p>
            <a:pPr>
              <a:defRPr sz="1800"/>
            </a:pPr>
            <a:r>
              <a:t>max_depth = 10</a:t>
            </a:r>
          </a:p>
          <a:p>
            <a:pPr>
              <a:defRPr sz="1800"/>
            </a:pPr>
            <a:r>
              <a:t>min_samples_split = 6</a:t>
            </a:r>
          </a:p>
          <a:p>
            <a:pPr>
              <a:defRPr sz="1800"/>
            </a:pPr>
            <a:r>
              <a:t>min_samples_leaf = 2</a:t>
            </a:r>
          </a:p>
          <a:p>
            <a:pPr>
              <a:defRPr sz="1800"/>
            </a:pPr>
            <a:r>
              <a:t>F1 teste = 96.30%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Hiperparametros Otimizados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Experimento 2</a:t>
            </a:r>
          </a:p>
          <a:p>
            <a:pPr>
              <a:defRPr sz="1800"/>
            </a:pPr>
            <a:r>
              <a:t>n_estimators = 120</a:t>
            </a:r>
          </a:p>
          <a:p>
            <a:pPr>
              <a:defRPr sz="1800"/>
            </a:pPr>
            <a:r>
              <a:t>max_depth = 10</a:t>
            </a:r>
          </a:p>
          <a:p>
            <a:pPr>
              <a:defRPr sz="1800"/>
            </a:pPr>
            <a:r>
              <a:t>min_samples_split = 6</a:t>
            </a:r>
          </a:p>
          <a:p>
            <a:pPr>
              <a:defRPr sz="1800"/>
            </a:pPr>
            <a:r>
              <a:t>min_samples_leaf = 2</a:t>
            </a:r>
          </a:p>
          <a:p>
            <a:pPr>
              <a:defRPr sz="1800"/>
            </a:pPr>
            <a:r>
              <a:t>max_features = sqrt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Leitura tecnica</a:t>
            </a:r>
          </a:p>
          <a:p>
            <a:pPr>
              <a:defRPr sz="1800"/>
            </a:pPr>
            <a:r>
              <a:t>Melhor equilibrio no teste.</a:t>
            </a:r>
          </a:p>
          <a:p>
            <a:pPr>
              <a:defRPr sz="1800"/>
            </a:pPr>
            <a:r>
              <a:t>Recall = 92.86%</a:t>
            </a:r>
          </a:p>
          <a:p>
            <a:pPr>
              <a:defRPr sz="1800"/>
            </a:pPr>
            <a:r>
              <a:t>Especificidade = 100.00%</a:t>
            </a:r>
          </a:p>
          <a:p>
            <a:pPr>
              <a:defRPr sz="1800"/>
            </a:pPr>
            <a:r>
              <a:t>F1-score = 96.30%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Comparacao Baseline x AG</a:t>
            </a:r>
          </a:p>
        </p:txBody>
      </p:sp>
      <p:pic>
        <p:nvPicPr>
          <p:cNvPr id="3" name="Picture 2" descr="comparacao_experi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Comparacao de recall, especificidade e F1-score no conjunto de teste.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 dos Experimentos</a:t>
            </a:r>
          </a:p>
        </p:txBody>
      </p:sp>
      <p:pic>
        <p:nvPicPr>
          <p:cNvPr id="3" name="Picture 2" descr="resumo_experi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6085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Fitness final dos tres experimentos geneticos executados.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Convergencia do AG</a:t>
            </a:r>
          </a:p>
        </p:txBody>
      </p:sp>
      <p:pic>
        <p:nvPicPr>
          <p:cNvPr id="3" name="Picture 2" descr="convergencia_ag_experimento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6085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Evolucao do fitness no experimento com melhor equilibrio no conjunto de teste.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e Explicabilidade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Camada desacoplada com suporte a mock e endpoint HTTP.</a:t>
            </a:r>
          </a:p>
          <a:p>
            <a:pPr>
              <a:defRPr sz="2200"/>
            </a:pPr>
            <a:r>
              <a:t>Explicacoes com classificacao, probabilidade, cautela clinica e aviso de nao substituicao da avaliacao medica.</a:t>
            </a:r>
          </a:p>
          <a:p>
            <a:pPr>
              <a:defRPr sz="2200"/>
            </a:pPr>
            <a:r>
              <a:t>Persistencia automatica das respostas em JSONL.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Aplicacao em Streamlit com visualizacao de metricas, graficos e monitoramento.</a:t>
            </a:r>
          </a:p>
          <a:p>
            <a:pPr>
              <a:defRPr sz="2200"/>
            </a:pPr>
            <a:r>
              <a:t>Upload opcional de CSV, simulacao de predicao e comparacao entre baseline e AG.</a:t>
            </a:r>
          </a:p>
          <a:p>
            <a:pPr>
              <a:defRPr sz="2200"/>
            </a:pPr>
            <a:r>
              <a:t>Geracao on-demand de explicacao textual e historico das respostas da LLM.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API, Logging e Nuvem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API FastAPI preparada para a Fase 3 com endpoints de health, dataset, baseline, optimize e predict.</a:t>
            </a:r>
          </a:p>
          <a:p>
            <a:pPr>
              <a:defRPr sz="2200"/>
            </a:pPr>
            <a:r>
              <a:t>Logging em arquivo com treinamento, AG por geracao, LLM e monitoramento em artifacts/logs/aplicacao.log.</a:t>
            </a:r>
          </a:p>
          <a:p>
            <a:pPr>
              <a:defRPr sz="2200"/>
            </a:pPr>
            <a:r>
              <a:t>Docker, docker-compose e Terraform inicial para execucao containerizada e evolucao em nuvem.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Testes e Preparacao Futura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Cobertura para nucleo, integracao, visualizacao, API e helpers de UI.</a:t>
            </a:r>
          </a:p>
          <a:p>
            <a:pPr>
              <a:defRPr sz="2200"/>
            </a:pPr>
            <a:r>
              <a:t>Base modular pronta para servicos desacoplados e execucao em background.</a:t>
            </a:r>
          </a:p>
          <a:p>
            <a:pPr>
              <a:defRPr sz="2200"/>
            </a:pPr>
            <a:r>
              <a:t>Projeto preparado para evolucao assincrona e operacional da Fase 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 baseline ja apresentou desempenho forte e reproduzivel.</a:t>
            </a:r>
          </a:p>
          <a:p>
            <a:pPr>
              <a:defRPr sz="2200"/>
            </a:pPr>
            <a:r>
              <a:t>O AG encontrou configuracoes competitivas, com destaque para melhora de especificidade e F1 no experimento 2.</a:t>
            </a:r>
          </a:p>
          <a:p>
            <a:pPr>
              <a:defRPr sz="2200"/>
            </a:pPr>
            <a:r>
              <a:t>O projeto entrega pipeline completo, testado, documentado e alinhado ao contexto de saude da mulher.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