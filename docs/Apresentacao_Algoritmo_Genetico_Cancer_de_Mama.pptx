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Algoritmo Genetico no Diagnostico de Cancer de Mama em Mulheres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Estudo com 4 modelos baseline e 12 execucoes de otimizacao genetica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do Estudo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Comparar modelos baseline e modelos otimizados por Algoritmo Genetico.</a:t>
            </a:r>
          </a:p>
          <a:p>
            <a:pPr>
              <a:defRPr sz="2200"/>
            </a:pPr>
            <a:r>
              <a:t>Priorizar recall para reduzir falsos negativos em contexto clinico.</a:t>
            </a:r>
          </a:p>
          <a:p>
            <a:pPr>
              <a:defRPr sz="2200"/>
            </a:pPr>
            <a:r>
              <a:t>Analisar trade-offs entre recall, especificidade e F1-score.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e Preparacao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Breast Cancer Wisconsin Diagnostic, com 569 amostras.</a:t>
            </a:r>
          </a:p>
          <a:p>
            <a:pPr>
              <a:defRPr sz="2200"/>
            </a:pPr>
            <a:r>
              <a:t>Split estratificado: 455 em treino e 114 em teste.</a:t>
            </a:r>
          </a:p>
          <a:p>
            <a:pPr>
              <a:defRPr sz="2200"/>
            </a:pPr>
            <a:r>
              <a:t>Normalizacao com StandardScaler e classe positiva igual a malignidade.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Modelos Avaliados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KNeighborsClassifier</a:t>
            </a:r>
          </a:p>
          <a:p>
            <a:pPr>
              <a:defRPr sz="2200"/>
            </a:pPr>
            <a:r>
              <a:t>DecisionTreeClassifier</a:t>
            </a:r>
          </a:p>
          <a:p>
            <a:pPr>
              <a:defRPr sz="2200"/>
            </a:pPr>
            <a:r>
              <a:t>LogisticRegression</a:t>
            </a:r>
          </a:p>
          <a:p>
            <a:pPr>
              <a:defRPr sz="2200"/>
            </a:pPr>
            <a:r>
              <a:t>RandomForestClassifier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Configuracao do 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Fitness = 0,6 x recall + 0,3 x F1-score + 0,1 x especificidade.</a:t>
            </a:r>
          </a:p>
          <a:p>
            <a:pPr>
              <a:defRPr sz="2200"/>
            </a:pPr>
            <a:r>
              <a:t>Selecao por torneio, crossover, mutacao e elitismo.</a:t>
            </a:r>
          </a:p>
          <a:p>
            <a:pPr>
              <a:defRPr sz="2200"/>
            </a:pPr>
            <a:r>
              <a:t>3 experimentos por modelo: exploracao, equilibrio e refinamento.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Baselines no Teste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400"/>
            </a:pPr>
            <a:r>
              <a:t>Melhores sinais</a:t>
            </a:r>
          </a:p>
          <a:p>
            <a:pPr>
              <a:defRPr sz="1800"/>
            </a:pPr>
            <a:r>
              <a:t>LogisticRegression: recall 95,24%</a:t>
            </a:r>
          </a:p>
          <a:p>
            <a:pPr>
              <a:defRPr sz="1800"/>
            </a:pPr>
            <a:r>
              <a:t>RandomForest: especificidade 100,00%</a:t>
            </a:r>
          </a:p>
          <a:p>
            <a:pPr>
              <a:defRPr sz="1800"/>
            </a:pPr>
            <a:r>
              <a:t>KNN: F1 93,83%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8016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400"/>
            </a:pPr>
            <a:r>
              <a:t>Leitura inicial</a:t>
            </a:r>
          </a:p>
          <a:p>
            <a:pPr>
              <a:defRPr sz="1800"/>
            </a:pPr>
            <a:r>
              <a:t>LogisticRegression foi o baseline mais forte no conjunto de teste.</a:t>
            </a:r>
          </a:p>
          <a:p>
            <a:pPr>
              <a:defRPr sz="1800"/>
            </a:pPr>
            <a:r>
              <a:t>RandomForest teve baseline robusto, mas nao foi o melhor em recall.</a:t>
            </a:r>
          </a:p>
          <a:p>
            <a:pPr>
              <a:defRPr sz="1800"/>
            </a:pPr>
            <a:r>
              <a:t>DecisionTree foi a familia menos equilibrada na partida.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 Final por 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400"/>
            </a:pPr>
            <a:r>
              <a:t>Maior ganho de recall</a:t>
            </a:r>
          </a:p>
          <a:p>
            <a:pPr>
              <a:defRPr sz="1800"/>
            </a:pPr>
            <a:r>
              <a:t>Modelo: KNeighborsClassifier</a:t>
            </a:r>
          </a:p>
          <a:p>
            <a:pPr>
              <a:defRPr sz="1800"/>
            </a:pPr>
            <a:r>
              <a:t>Recall baseline: 90,48%</a:t>
            </a:r>
          </a:p>
          <a:p>
            <a:pPr>
              <a:defRPr sz="1800"/>
            </a:pPr>
            <a:r>
              <a:t>Recall otimizado: 92,86%</a:t>
            </a:r>
          </a:p>
          <a:p>
            <a:pPr>
              <a:defRPr sz="1800"/>
            </a:pPr>
            <a:r>
              <a:t>Delta: 2,38 p.p.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8016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400"/>
            </a:pPr>
            <a:r>
              <a:t>Melhor equilibrio geral</a:t>
            </a:r>
          </a:p>
          <a:p>
            <a:pPr>
              <a:defRPr sz="1800"/>
            </a:pPr>
            <a:r>
              <a:t>Modelo: LogisticRegression</a:t>
            </a:r>
          </a:p>
          <a:p>
            <a:pPr>
              <a:defRPr sz="1800"/>
            </a:pPr>
            <a:r>
              <a:t>Recall: 95,24%</a:t>
            </a:r>
          </a:p>
          <a:p>
            <a:pPr>
              <a:defRPr sz="1800"/>
            </a:pPr>
            <a:r>
              <a:t>Especificidade: 98,61%</a:t>
            </a:r>
          </a:p>
          <a:p>
            <a:pPr>
              <a:defRPr sz="1800"/>
            </a:pPr>
            <a:r>
              <a:t>F1-score: 96,39%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Melhores Experimentos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400"/>
            </a:pPr>
            <a:r>
              <a:t>KNN e Decision Tree</a:t>
            </a:r>
          </a:p>
          <a:p>
            <a:pPr>
              <a:defRPr sz="1800"/>
            </a:pPr>
            <a:r>
              <a:t>KNN: experimento_1_exploracao</a:t>
            </a:r>
          </a:p>
          <a:p>
            <a:pPr>
              <a:defRPr sz="1800"/>
            </a:pPr>
            <a:r>
              <a:t>n_neighbors = 2</a:t>
            </a:r>
          </a:p>
          <a:p>
            <a:pPr>
              <a:defRPr sz="1800"/>
            </a:pPr>
            <a:r>
              <a:t>weights = distance</a:t>
            </a:r>
          </a:p>
          <a:p>
            <a:pPr>
              <a:defRPr sz="1800"/>
            </a:pPr>
            <a:r>
              <a:t>p = 1</a:t>
            </a:r>
          </a:p>
          <a:p>
            <a:pPr>
              <a:defRPr sz="1800"/>
            </a:pPr>
            <a:r>
              <a:t>Recall final = 92,86%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8016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400"/>
            </a:pPr>
            <a:r>
              <a:t>LogReg e Random Forest</a:t>
            </a:r>
          </a:p>
          <a:p>
            <a:pPr>
              <a:defRPr sz="1800"/>
            </a:pPr>
            <a:r>
              <a:t>LogReg: experimento_1_exploracao</a:t>
            </a:r>
          </a:p>
          <a:p>
            <a:pPr>
              <a:defRPr sz="1800"/>
            </a:pPr>
            <a:r>
              <a:t>C = 7.5 | max_iter = 600 | solver = liblinear</a:t>
            </a:r>
          </a:p>
          <a:p>
            <a:pPr>
              <a:defRPr sz="1800"/>
            </a:pPr>
            <a:r>
              <a:t>RF: experimento_1_exploracao</a:t>
            </a:r>
          </a:p>
          <a:p>
            <a:pPr>
              <a:defRPr sz="1800"/>
            </a:pPr>
            <a:r>
              <a:t>n_estimators = 400 | max_depth = 30</a:t>
            </a:r>
          </a:p>
          <a:p>
            <a:pPr>
              <a:defRPr sz="1800"/>
            </a:pPr>
            <a:r>
              <a:t>min_samples_split = 42 | min_samples_leaf =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Trade-offs Observados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400"/>
            </a:pPr>
            <a:r>
              <a:t>Ganhos</a:t>
            </a:r>
          </a:p>
          <a:p>
            <a:pPr>
              <a:defRPr sz="1800"/>
            </a:pPr>
            <a:r>
              <a:t>KNN aumentou o recall em 2,38 p.p.</a:t>
            </a:r>
          </a:p>
          <a:p>
            <a:pPr>
              <a:defRPr sz="1800"/>
            </a:pPr>
            <a:r>
              <a:t>DecisionTree aumentou a especificidade.</a:t>
            </a:r>
          </a:p>
          <a:p>
            <a:pPr>
              <a:defRPr sz="1800"/>
            </a:pPr>
            <a:r>
              <a:t>LogisticRegression manteve o melhor equilibrio geral.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8016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400"/>
            </a:pPr>
            <a:r>
              <a:t>Perdas</a:t>
            </a:r>
          </a:p>
          <a:p>
            <a:pPr>
              <a:defRPr sz="1800"/>
            </a:pPr>
            <a:r>
              <a:t>KNN perdeu especificidade e F1.</a:t>
            </a:r>
          </a:p>
          <a:p>
            <a:pPr>
              <a:defRPr sz="1800"/>
            </a:pPr>
            <a:r>
              <a:t>DecisionTree perdeu recall.</a:t>
            </a:r>
          </a:p>
          <a:p>
            <a:pPr>
              <a:defRPr sz="1800"/>
            </a:pPr>
            <a:r>
              <a:t>RandomForest perdeu recall e F1 no teste.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Comparacao Baseline x Otimizado</a:t>
            </a:r>
          </a:p>
        </p:txBody>
      </p:sp>
      <p:pic>
        <p:nvPicPr>
          <p:cNvPr id="3" name="Picture 2" descr="comparacao_baseline_vs_otimiz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2560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Comparacao de recall, especificidade e F1-score para os quatro modelos.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Convergencia do KNN</a:t>
            </a:r>
          </a:p>
        </p:txBody>
      </p:sp>
      <p:pic>
        <p:nvPicPr>
          <p:cNvPr id="3" name="Picture 2" descr="convergencia_KNeighborsClassifier_experimento_1_explo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O KNN foi a familia com ganho real de recall no conjunto de teste.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Convergencia da Logistic Regression</a:t>
            </a:r>
          </a:p>
        </p:txBody>
      </p:sp>
      <p:pic>
        <p:nvPicPr>
          <p:cNvPr id="3" name="Picture 2" descr="convergencia_LogisticRegression_experimento_1_explo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A regressao logistica mostrou estabilidade e confirmou uma regiao otima forte.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Convergencia do Random Forest</a:t>
            </a:r>
          </a:p>
        </p:txBody>
      </p:sp>
      <p:pic>
        <p:nvPicPr>
          <p:cNvPr id="3" name="Picture 2" descr="convergencia_RandomForestClassifier_experimento_1_explo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O ganho em validacao nao se traduziu em melhoria de recall no teste.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Analise Tecnica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Nem toda melhora de fitness em validacao gera ganho de recall no teste.</a:t>
            </a:r>
          </a:p>
          <a:p>
            <a:pPr>
              <a:defRPr sz="2200"/>
            </a:pPr>
            <a:r>
              <a:t>KNN foi o unico modelo com ganho real de sensibilidade.</a:t>
            </a:r>
          </a:p>
          <a:p>
            <a:pPr>
              <a:defRPr sz="2200"/>
            </a:pPr>
            <a:r>
              <a:t>LogisticRegression permaneceu como melhor recomendacao clinica geral.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Infraestrutura e Operacao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Interface em Streamlit, API em FastAPI e logging em arquivo.</a:t>
            </a:r>
          </a:p>
          <a:p>
            <a:pPr>
              <a:defRPr sz="2200"/>
            </a:pPr>
            <a:r>
              <a:t>Persistencia de artefatos em JSON, JSONL e imagens.</a:t>
            </a:r>
          </a:p>
          <a:p>
            <a:pPr>
              <a:defRPr sz="2200"/>
            </a:pPr>
            <a:r>
              <a:t>Docker, docker-compose e estrutura inicial em Terraform.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O estudo comparou 4 modelos baseline e 12 execucoes de AG.</a:t>
            </a:r>
          </a:p>
          <a:p>
            <a:pPr>
              <a:defRPr sz="2200"/>
            </a:pPr>
            <a:r>
              <a:t>O maior ganho de recall foi do KNN, com 2,38 p.p.</a:t>
            </a:r>
          </a:p>
          <a:p>
            <a:pPr>
              <a:defRPr sz="2200"/>
            </a:pPr>
            <a:r>
              <a:t>A melhor recomendacao final permaneceu em LogisticRegression.</a:t>
            </a:r>
          </a:p>
          <a:p>
            <a:pPr>
              <a:defRPr sz="2200"/>
            </a:pPr>
            <a:r>
              <a:t>O projeto ficou coerente com os resultados reais gerados pelo estudo.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